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4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Smart Bike Rental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745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3C3C3C"/>
                </a:solidFill>
              </a:rPr>
              <a:t>Professional Project Report</a:t>
            </a:r>
          </a:p>
          <a:p>
            <a:endParaRPr sz="1800" dirty="0">
              <a:solidFill>
                <a:srgbClr val="3C3C3C"/>
              </a:solidFill>
            </a:endParaRPr>
          </a:p>
          <a:p>
            <a:r>
              <a:rPr sz="1800" dirty="0">
                <a:solidFill>
                  <a:srgbClr val="3C3C3C"/>
                </a:solidFill>
              </a:rPr>
              <a:t>Prepared By: </a:t>
            </a:r>
            <a:r>
              <a:rPr lang="en-IN" dirty="0">
                <a:solidFill>
                  <a:srgbClr val="3C3C3C"/>
                </a:solidFill>
              </a:rPr>
              <a:t> Kajal </a:t>
            </a:r>
            <a:r>
              <a:rPr lang="en-IN" dirty="0" err="1">
                <a:solidFill>
                  <a:srgbClr val="3C3C3C"/>
                </a:solidFill>
              </a:rPr>
              <a:t>joshi</a:t>
            </a:r>
            <a:endParaRPr sz="1800" dirty="0">
              <a:solidFill>
                <a:srgbClr val="3C3C3C"/>
              </a:solidFill>
            </a:endParaRPr>
          </a:p>
          <a:p>
            <a:r>
              <a:rPr sz="1800" dirty="0">
                <a:solidFill>
                  <a:srgbClr val="3C3C3C"/>
                </a:solidFill>
              </a:rPr>
              <a:t>Organization: </a:t>
            </a:r>
            <a:r>
              <a:rPr sz="1800" dirty="0" err="1">
                <a:solidFill>
                  <a:srgbClr val="3C3C3C"/>
                </a:solidFill>
              </a:rPr>
              <a:t>NextHikes</a:t>
            </a:r>
            <a:r>
              <a:rPr sz="1800" dirty="0">
                <a:solidFill>
                  <a:srgbClr val="3C3C3C"/>
                </a:solidFill>
              </a:rPr>
              <a:t>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Business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This project focuses on understanding bike rental demand patterns using Excel-based analytics.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Main Goals:</a:t>
            </a:r>
          </a:p>
          <a:p>
            <a:r>
              <a:rPr sz="1800">
                <a:solidFill>
                  <a:srgbClr val="3C3C3C"/>
                </a:solidFill>
              </a:rPr>
              <a:t>• Identify rental trends</a:t>
            </a:r>
          </a:p>
          <a:p>
            <a:r>
              <a:rPr sz="1800">
                <a:solidFill>
                  <a:srgbClr val="3C3C3C"/>
                </a:solidFill>
              </a:rPr>
              <a:t>• Study customer behavior</a:t>
            </a:r>
          </a:p>
          <a:p>
            <a:r>
              <a:rPr sz="1800">
                <a:solidFill>
                  <a:srgbClr val="3C3C3C"/>
                </a:solidFill>
              </a:rPr>
              <a:t>• Analyze weather impact</a:t>
            </a:r>
          </a:p>
          <a:p>
            <a:r>
              <a:rPr sz="1800">
                <a:solidFill>
                  <a:srgbClr val="3C3C3C"/>
                </a:solidFill>
              </a:rPr>
              <a:t>• Improve business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Data Collection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The project used multiple datasets containing: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Date &amp; Time Information</a:t>
            </a:r>
          </a:p>
          <a:p>
            <a:r>
              <a:rPr sz="1800">
                <a:solidFill>
                  <a:srgbClr val="3C3C3C"/>
                </a:solidFill>
              </a:rPr>
              <a:t>• Temperature &amp; Humidity</a:t>
            </a:r>
          </a:p>
          <a:p>
            <a:r>
              <a:rPr sz="1800">
                <a:solidFill>
                  <a:srgbClr val="3C3C3C"/>
                </a:solidFill>
              </a:rPr>
              <a:t>• User Categories</a:t>
            </a:r>
          </a:p>
          <a:p>
            <a:r>
              <a:rPr sz="1800">
                <a:solidFill>
                  <a:srgbClr val="3C3C3C"/>
                </a:solidFill>
              </a:rPr>
              <a:t>• Total Rental Count</a:t>
            </a:r>
          </a:p>
          <a:p>
            <a:r>
              <a:rPr sz="1800">
                <a:solidFill>
                  <a:srgbClr val="3C3C3C"/>
                </a:solidFill>
              </a:rPr>
              <a:t>• Weather Conditions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The datasets were integrated for detailed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Data Transformation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The raw datasets were processed using: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Duplicate removal</a:t>
            </a:r>
          </a:p>
          <a:p>
            <a:r>
              <a:rPr sz="1800">
                <a:solidFill>
                  <a:srgbClr val="3C3C3C"/>
                </a:solidFill>
              </a:rPr>
              <a:t>• Missing value handling</a:t>
            </a:r>
          </a:p>
          <a:p>
            <a:r>
              <a:rPr sz="1800">
                <a:solidFill>
                  <a:srgbClr val="3C3C3C"/>
                </a:solidFill>
              </a:rPr>
              <a:t>• Data formatting</a:t>
            </a:r>
          </a:p>
          <a:p>
            <a:r>
              <a:rPr sz="1800">
                <a:solidFill>
                  <a:srgbClr val="3C3C3C"/>
                </a:solidFill>
              </a:rPr>
              <a:t>• Dataset merging</a:t>
            </a:r>
          </a:p>
          <a:p>
            <a:r>
              <a:rPr sz="1800">
                <a:solidFill>
                  <a:srgbClr val="3C3C3C"/>
                </a:solidFill>
              </a:rPr>
              <a:t>• Data standardization</a:t>
            </a:r>
          </a:p>
          <a:p>
            <a:r>
              <a:rPr sz="1800">
                <a:solidFill>
                  <a:srgbClr val="3C3C3C"/>
                </a:solidFill>
              </a:rPr>
              <a:t>• Lookup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Analytical Techniques Applied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The following tools and techniques were used: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Pivot Tables</a:t>
            </a:r>
          </a:p>
          <a:p>
            <a:r>
              <a:rPr sz="1800">
                <a:solidFill>
                  <a:srgbClr val="3C3C3C"/>
                </a:solidFill>
              </a:rPr>
              <a:t>• Pivot Charts</a:t>
            </a:r>
          </a:p>
          <a:p>
            <a:r>
              <a:rPr sz="1800">
                <a:solidFill>
                  <a:srgbClr val="3C3C3C"/>
                </a:solidFill>
              </a:rPr>
              <a:t>• IF &amp; VLOOKUP Functions</a:t>
            </a:r>
          </a:p>
          <a:p>
            <a:r>
              <a:rPr sz="1800">
                <a:solidFill>
                  <a:srgbClr val="3C3C3C"/>
                </a:solidFill>
              </a:rPr>
              <a:t>• SUMIF &amp; COUNTIF</a:t>
            </a:r>
          </a:p>
          <a:p>
            <a:r>
              <a:rPr sz="1800">
                <a:solidFill>
                  <a:srgbClr val="3C3C3C"/>
                </a:solidFill>
              </a:rPr>
              <a:t>• Forecast Analysis</a:t>
            </a:r>
          </a:p>
          <a:p>
            <a:r>
              <a:rPr sz="1800">
                <a:solidFill>
                  <a:srgbClr val="3C3C3C"/>
                </a:solidFill>
              </a:rPr>
              <a:t>• Conditional Formatting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Demand Trend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The analysis focused on: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Hourly demand variation</a:t>
            </a:r>
          </a:p>
          <a:p>
            <a:r>
              <a:rPr sz="1800">
                <a:solidFill>
                  <a:srgbClr val="3C3C3C"/>
                </a:solidFill>
              </a:rPr>
              <a:t>• Weekend rental activity</a:t>
            </a:r>
          </a:p>
          <a:p>
            <a:r>
              <a:rPr sz="1800">
                <a:solidFill>
                  <a:srgbClr val="3C3C3C"/>
                </a:solidFill>
              </a:rPr>
              <a:t>• Seasonal demand patterns</a:t>
            </a:r>
          </a:p>
          <a:p>
            <a:r>
              <a:rPr sz="1800">
                <a:solidFill>
                  <a:srgbClr val="3C3C3C"/>
                </a:solidFill>
              </a:rPr>
              <a:t>• Weather-based demand comparison</a:t>
            </a:r>
          </a:p>
          <a:p>
            <a:r>
              <a:rPr sz="1800">
                <a:solidFill>
                  <a:srgbClr val="3C3C3C"/>
                </a:solidFill>
              </a:rPr>
              <a:t>• User category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Visual Reporting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A dynamic dashboard was created for business reporting.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Dashboard Features:</a:t>
            </a:r>
          </a:p>
          <a:p>
            <a:r>
              <a:rPr sz="1800">
                <a:solidFill>
                  <a:srgbClr val="3C3C3C"/>
                </a:solidFill>
              </a:rPr>
              <a:t>• Interactive filtering</a:t>
            </a:r>
          </a:p>
          <a:p>
            <a:r>
              <a:rPr sz="1800">
                <a:solidFill>
                  <a:srgbClr val="3C3C3C"/>
                </a:solidFill>
              </a:rPr>
              <a:t>• Trend visualization</a:t>
            </a:r>
          </a:p>
          <a:p>
            <a:r>
              <a:rPr sz="1800">
                <a:solidFill>
                  <a:srgbClr val="3C3C3C"/>
                </a:solidFill>
              </a:rPr>
              <a:t>• Slicers &amp; timelines</a:t>
            </a:r>
          </a:p>
          <a:p>
            <a:r>
              <a:rPr sz="1800">
                <a:solidFill>
                  <a:srgbClr val="3C3C3C"/>
                </a:solidFill>
              </a:rPr>
              <a:t>• Business performance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Major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Important findings from the analysis: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Rental demand peaked during daytime</a:t>
            </a:r>
          </a:p>
          <a:p>
            <a:r>
              <a:rPr sz="1800">
                <a:solidFill>
                  <a:srgbClr val="3C3C3C"/>
                </a:solidFill>
              </a:rPr>
              <a:t>• Bad weather reduced demand</a:t>
            </a:r>
          </a:p>
          <a:p>
            <a:r>
              <a:rPr sz="1800">
                <a:solidFill>
                  <a:srgbClr val="3C3C3C"/>
                </a:solidFill>
              </a:rPr>
              <a:t>• Registered users contributed most rentals</a:t>
            </a:r>
          </a:p>
          <a:p>
            <a:r>
              <a:rPr sz="1800">
                <a:solidFill>
                  <a:srgbClr val="3C3C3C"/>
                </a:solidFill>
              </a:rPr>
              <a:t>• Summer season generated maximum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Strategic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Recommended actions: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• Increase bike availability during busy hours</a:t>
            </a:r>
          </a:p>
          <a:p>
            <a:r>
              <a:rPr sz="1800">
                <a:solidFill>
                  <a:srgbClr val="3C3C3C"/>
                </a:solidFill>
              </a:rPr>
              <a:t>• Optimize services on weekends</a:t>
            </a:r>
          </a:p>
          <a:p>
            <a:r>
              <a:rPr sz="1800">
                <a:solidFill>
                  <a:srgbClr val="3C3C3C"/>
                </a:solidFill>
              </a:rPr>
              <a:t>• Use forecasting for planning</a:t>
            </a:r>
          </a:p>
          <a:p>
            <a:r>
              <a:rPr sz="1800">
                <a:solidFill>
                  <a:srgbClr val="3C3C3C"/>
                </a:solidFill>
              </a:rPr>
              <a:t>• Improve operational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g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325F"/>
                </a:solidFill>
              </a:rPr>
              <a:t>Final Outcome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60320" cy="45720"/>
          </a:xfrm>
          <a:prstGeom prst="rect">
            <a:avLst/>
          </a:prstGeom>
          <a:solidFill>
            <a:srgbClr val="468CFF"/>
          </a:solidFill>
          <a:ln>
            <a:solidFill>
              <a:srgbClr val="4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C3C3C"/>
                </a:solidFill>
              </a:rPr>
              <a:t>The project successfully demonstrated business analytics using Excel.</a:t>
            </a:r>
          </a:p>
          <a:p>
            <a:endParaRPr sz="1800">
              <a:solidFill>
                <a:srgbClr val="3C3C3C"/>
              </a:solidFill>
            </a:endParaRPr>
          </a:p>
          <a:p>
            <a:r>
              <a:rPr sz="1800">
                <a:solidFill>
                  <a:srgbClr val="3C3C3C"/>
                </a:solidFill>
              </a:rPr>
              <a:t>Future Enhancements:</a:t>
            </a:r>
          </a:p>
          <a:p>
            <a:r>
              <a:rPr sz="1800">
                <a:solidFill>
                  <a:srgbClr val="3C3C3C"/>
                </a:solidFill>
              </a:rPr>
              <a:t>• Power BI integration</a:t>
            </a:r>
          </a:p>
          <a:p>
            <a:r>
              <a:rPr sz="1800">
                <a:solidFill>
                  <a:srgbClr val="3C3C3C"/>
                </a:solidFill>
              </a:rPr>
              <a:t>• AI-based prediction models</a:t>
            </a:r>
          </a:p>
          <a:p>
            <a:r>
              <a:rPr sz="1800">
                <a:solidFill>
                  <a:srgbClr val="3C3C3C"/>
                </a:solidFill>
              </a:rPr>
              <a:t>• Real-time dashboards</a:t>
            </a:r>
          </a:p>
          <a:p>
            <a:r>
              <a:rPr sz="1800">
                <a:solidFill>
                  <a:srgbClr val="3C3C3C"/>
                </a:solidFill>
              </a:rPr>
              <a:t>• Smart mobility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298</Words>
  <Application>Microsoft Office PowerPoint</Application>
  <PresentationFormat>On-screen Show (4:3)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Kumar tiwari</cp:lastModifiedBy>
  <cp:revision>2</cp:revision>
  <dcterms:created xsi:type="dcterms:W3CDTF">2013-01-27T09:14:16Z</dcterms:created>
  <dcterms:modified xsi:type="dcterms:W3CDTF">2026-05-23T17:51:21Z</dcterms:modified>
  <cp:category/>
</cp:coreProperties>
</file>